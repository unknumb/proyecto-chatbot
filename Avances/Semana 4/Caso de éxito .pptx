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ac4901515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ac490151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ac4901515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ac490151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ac4901515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ac490151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ac4901515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ac490151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ac4901515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ac490151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afb4195d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afb4195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Chatbot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38350"/>
            <a:ext cx="8387700" cy="20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Integrantes: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 -</a:t>
            </a:r>
            <a:r>
              <a:rPr lang="es" sz="1200"/>
              <a:t>Álvaro</a:t>
            </a:r>
            <a:r>
              <a:rPr lang="es" sz="1200"/>
              <a:t> Uribe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 -Nicolas Hölck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Fecha: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09/04/2025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Asignatura: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Github (Microsoft Learn)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 del proyecto</a:t>
            </a:r>
            <a:endParaRPr/>
          </a:p>
        </p:txBody>
      </p:sp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200"/>
              <a:t>El proyecto consiste en el desarrollo de un chatbot interactivo diseñado para responder preguntas simples relacionadas con la cultura general, matemáticas e interacciones básicas. Su propósito principal es proporcionar una herramienta accesible y fácil de usar para que los usuarios puedan obtener respuestas rápidas a dudas comunes en estos temas, mejorando su aprendizaje de forma dinámica y amigable. El chatbot está pensado para estudiantes, personas interesadas en aprender de manera autodidacta, o cualquier usuario que desee resolver dudas de manera eficiente y sin necesidad de recurrir a fuentes externas complejas.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0" y="231575"/>
            <a:ext cx="4395900" cy="22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>
                <a:solidFill>
                  <a:srgbClr val="FFFFFF"/>
                </a:solidFill>
              </a:rPr>
              <a:t>Qué</a:t>
            </a:r>
            <a:r>
              <a:rPr lang="es" sz="3800">
                <a:solidFill>
                  <a:srgbClr val="FFFFFF"/>
                </a:solidFill>
              </a:rPr>
              <a:t> </a:t>
            </a:r>
            <a:r>
              <a:rPr lang="es" sz="3800">
                <a:solidFill>
                  <a:srgbClr val="FFFFFF"/>
                </a:solidFill>
              </a:rPr>
              <a:t>problemática</a:t>
            </a:r>
            <a:r>
              <a:rPr lang="es" sz="3800">
                <a:solidFill>
                  <a:srgbClr val="FFFFFF"/>
                </a:solidFill>
              </a:rPr>
              <a:t> busca </a:t>
            </a:r>
            <a:r>
              <a:rPr lang="es" sz="3800">
                <a:solidFill>
                  <a:srgbClr val="FFFFFF"/>
                </a:solidFill>
              </a:rPr>
              <a:t>resolver</a:t>
            </a:r>
            <a:r>
              <a:rPr lang="es" sz="3800">
                <a:solidFill>
                  <a:srgbClr val="FFFFFF"/>
                </a:solidFill>
              </a:rPr>
              <a:t>?</a:t>
            </a:r>
            <a:endParaRPr sz="3800">
              <a:solidFill>
                <a:srgbClr val="FFFFFF"/>
              </a:solidFill>
            </a:endParaRPr>
          </a:p>
        </p:txBody>
      </p:sp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384100" y="85875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200">
                <a:solidFill>
                  <a:srgbClr val="2A3990"/>
                </a:solidFill>
              </a:rPr>
              <a:t>Este proyecto no está diseñado para resolver una problemática específica, sino más bien para ser una herramienta de apoyo en diversos temas como cultura general, matemáticas e interacciones básicas. Su objetivo es proporcionar una fuente accesible y rápida de información, permitiendo a los usuarios obtener respuestas a sus preguntas de manera sencilla y práctica, sin profundizar en problemáticas complejas. En lugar de centrarse en una única área, busca ser útil en varios aspectos del conocimiento, facilitando el aprendizaje y la resolución de dudas cotidianas en estos campos.</a:t>
            </a:r>
            <a:endParaRPr sz="1200">
              <a:solidFill>
                <a:srgbClr val="2A399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82250" y="500875"/>
            <a:ext cx="7977000" cy="72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/>
              <a:t>Que tecnologias se utilizaran</a:t>
            </a:r>
            <a:endParaRPr sz="3700"/>
          </a:p>
        </p:txBody>
      </p:sp>
      <p:sp>
        <p:nvSpPr>
          <p:cNvPr id="104" name="Google Shape;104;p16"/>
          <p:cNvSpPr txBox="1"/>
          <p:nvPr>
            <p:ph idx="4294967295" type="body"/>
          </p:nvPr>
        </p:nvSpPr>
        <p:spPr>
          <a:xfrm>
            <a:off x="234575" y="1330725"/>
            <a:ext cx="8310600" cy="3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</a:rPr>
              <a:t>Utilizaremos: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</a:rPr>
              <a:t>-Python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</a:rPr>
              <a:t>-API de deepseek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</a:rPr>
              <a:t>-MySQL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</a:rPr>
              <a:t>-HTML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500">
                <a:solidFill>
                  <a:srgbClr val="FFFFFF"/>
                </a:solidFill>
              </a:rPr>
              <a:t>-CSS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545750" y="2085775"/>
            <a:ext cx="7977000" cy="72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/>
              <a:t>Avances logrados hasta ahora</a:t>
            </a:r>
            <a:endParaRPr sz="3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 title="1.png"/>
          <p:cNvPicPr preferRelativeResize="0"/>
          <p:nvPr/>
        </p:nvPicPr>
        <p:blipFill rotWithShape="1">
          <a:blip r:embed="rId3">
            <a:alphaModFix/>
          </a:blip>
          <a:srcRect b="5850" l="1985" r="1609" t="3157"/>
          <a:stretch/>
        </p:blipFill>
        <p:spPr>
          <a:xfrm>
            <a:off x="227100" y="1295548"/>
            <a:ext cx="3838900" cy="255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 title="2.png"/>
          <p:cNvPicPr preferRelativeResize="0"/>
          <p:nvPr/>
        </p:nvPicPr>
        <p:blipFill rotWithShape="1">
          <a:blip r:embed="rId4">
            <a:alphaModFix/>
          </a:blip>
          <a:srcRect b="3159" l="2176" r="1093" t="2251"/>
          <a:stretch/>
        </p:blipFill>
        <p:spPr>
          <a:xfrm>
            <a:off x="4780075" y="1295550"/>
            <a:ext cx="3944450" cy="25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 title="4.png"/>
          <p:cNvPicPr preferRelativeResize="0"/>
          <p:nvPr/>
        </p:nvPicPr>
        <p:blipFill rotWithShape="1">
          <a:blip r:embed="rId3">
            <a:alphaModFix/>
          </a:blip>
          <a:srcRect b="2705" l="1516" r="1921" t="2705"/>
          <a:stretch/>
        </p:blipFill>
        <p:spPr>
          <a:xfrm>
            <a:off x="4709900" y="1242850"/>
            <a:ext cx="3875324" cy="244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 title="3.png"/>
          <p:cNvPicPr preferRelativeResize="0"/>
          <p:nvPr/>
        </p:nvPicPr>
        <p:blipFill rotWithShape="1">
          <a:blip r:embed="rId4">
            <a:alphaModFix/>
          </a:blip>
          <a:srcRect b="-2780" l="1776" r="2198" t="2780"/>
          <a:stretch/>
        </p:blipFill>
        <p:spPr>
          <a:xfrm>
            <a:off x="358700" y="1242850"/>
            <a:ext cx="3935444" cy="255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82250" y="500875"/>
            <a:ext cx="7977000" cy="72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/>
              <a:t>Próximos</a:t>
            </a:r>
            <a:r>
              <a:rPr lang="es" sz="3700"/>
              <a:t> planes</a:t>
            </a:r>
            <a:endParaRPr sz="3700"/>
          </a:p>
        </p:txBody>
      </p:sp>
      <p:sp>
        <p:nvSpPr>
          <p:cNvPr id="127" name="Google Shape;127;p20"/>
          <p:cNvSpPr txBox="1"/>
          <p:nvPr>
            <p:ph idx="4294967295" type="body"/>
          </p:nvPr>
        </p:nvSpPr>
        <p:spPr>
          <a:xfrm>
            <a:off x="234575" y="1330725"/>
            <a:ext cx="8310600" cy="3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FFFFFF"/>
                </a:solidFill>
              </a:rPr>
              <a:t>-Capacitarnos en HTML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FFFFFF"/>
                </a:solidFill>
              </a:rPr>
              <a:t>-Uso de MySQL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FFFFFF"/>
                </a:solidFill>
              </a:rPr>
              <a:t>-CSS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FFFFFF"/>
                </a:solidFill>
              </a:rPr>
              <a:t>-Desarrollo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300">
                <a:solidFill>
                  <a:srgbClr val="FFFFFF"/>
                </a:solidFill>
              </a:rPr>
              <a:t>-Microsoft Learn</a:t>
            </a:r>
            <a:endParaRPr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82250" y="500875"/>
            <a:ext cx="7977000" cy="72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/>
              <a:t>Aprendizajes / dificultades</a:t>
            </a:r>
            <a:endParaRPr sz="3700"/>
          </a:p>
        </p:txBody>
      </p:sp>
      <p:sp>
        <p:nvSpPr>
          <p:cNvPr id="133" name="Google Shape;133;p21"/>
          <p:cNvSpPr txBox="1"/>
          <p:nvPr>
            <p:ph idx="4294967295" type="body"/>
          </p:nvPr>
        </p:nvSpPr>
        <p:spPr>
          <a:xfrm>
            <a:off x="234575" y="1330725"/>
            <a:ext cx="8310600" cy="3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FFFFFF"/>
                </a:solidFill>
              </a:rPr>
              <a:t>-Mejor uso de github (repositorios)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FFFFFF"/>
                </a:solidFill>
              </a:rPr>
              <a:t>-Uso de figma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